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We now own the most complete portfolio in the market. This deck asks leadership to fund a small, senior team whose only job is to sell it as one integrated outcome. It's a bounded, high-leverage bet with a Q3 stop gate. Keep the room focused on the decision: fund the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tension: portfolio completeness without a motion to sell it as one. Land the line: 'the customer experiences four Cisco conversations, not one.' This is why deals stay small and Splunk synergy is under-realized. Source: 01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inaction concrete and expensive. The number that matters is the GAP between the two paths, repeated across the strategic base. Emphasize this is recurring, not one-time. Source: 01 §1 (cost-of-inaction box).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Urgency without hype. The integrations are real and fresh; consolidation and AI builds are creating cross-architecture entry points right now. First mover on the motion compounds. Source: 01 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story competitors can't match end-to-end. Walk the loop once, slowly, and point at the arrows: that's where the incremental value lives. Source: 02 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the role crisply and pre-empt the 'another overlay team' objection: this is leverage that makes existing teams MORE productive. Thin, senior, orchestration-first. Source: 01 §3; 03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tiger team as a mode, not separate headcount. Emphasize two things: it always hands the account back (no hoarding), and 'Black Ops' is a special-forces posture metaphor — fully ethical, nothing hidden from the customer. Source: 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port-operator vignette makes the abstract concrete. Contrast the two paths visually. The punchline: the customer co-authors the architecture, so Cisco is the partner, not one of several suppliers. Source: 01 §3 vignette.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deliberately don't boil the ocean. Three anchor pillars with the clearest boardroom narrative, plus AI-ready infra as an adjacency. Collaboration and pure compute are attach, not lead. Source: 02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Chosen on three criteria: high cross-attach, strong regulatory/resilience pull, and joint Cisco+Splunk strength. The list is swappable without changing the operating design. Source: 02 §5; 04 master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is systematized, not dependent on a few heroes. The play library codifies the knowledge so the motion scales and survives key-person risk. Source: 05 §1–2.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end-to-end proof. Walk the transformation: stalled + SI-locked → executive breakthrough → one co-authored architecture → multi-year program. Stress the OT safety boundary as the trust-winner with airport engineering. Source: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money slide. Anchor on break-even: ~$9M bookings (about five deals) covers the entire $5.4M cost; everything above is upside. Reinforce these are illustrative and parameterized. Source: 01 §6; 06 §2–3.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ask plainly and immediately bound the downside: small, senior team; defined spend; a real stop gate at Q3. Ask for the decision. Source: 01 §5; 06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De-risk the financials. The three scenarios all clear break-even; the difference is how fast we scale, not whether it pays back. Source: 06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Address the skeptic. We measure with control accounts, so influence is proven not asserted; and we can stop at Q3 if the deltas aren't there. Source: 07 §1–3; 05 §7.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a clear call to action and a concrete near-term timeline so approval feels actionable, not open-ended. Restate: bounded downside, differentiated upside. Ask for the yes. Source: 01 §9; README one-screen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only if the room asks. Don't present them by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 for HR/org-design questions. Source: 03 §1–3.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'where does it sit / who owns what' questions. Source: 03 §5,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'how do we actually sell this' questions. Source: 04 §1–4.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OT/operations stakeholders. Source: 04 OT safety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finance deep-dives. Source: 06 §0,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comp/quota questions. Source: 05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competitive/positioning questions. Source: 02 §7.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risk/governance questions. Source: 07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146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BCEB"/>
                </a:solidFill>
                <a:latin typeface="Calibri"/>
              </a:rPr>
              <a:t>EXECUTIVE FUNDING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2F4F8"/>
                </a:solidFill>
                <a:latin typeface="Calibri"/>
              </a:rPr>
              <a:t>Field CTO X-Arch Selling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862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9AA3B2"/>
                </a:solidFill>
                <a:latin typeface="Calibri"/>
              </a:rPr>
              <a:t>Funding the motion that monetizes Cisco + Splunk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3B2"/>
                </a:solidFill>
                <a:latin typeface="Calibri"/>
              </a:rPr>
              <a:t>Illustrative business case — figures are parameterized placeholders.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We own the most complete portfolio — and still sell it in silos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We sell in silos: four Cisco conversations, not one integrated outcome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We talk speeds-and-feeds, not the business outcomes buyers fund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Splunk cross-sell is under-attached to the Cisco install base (and vice versa)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We lose the 'architecture of the deal' — SIs and competitors own the 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COST OF INACTION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Siloed selling leaves nine figures of influenceable pipeline on the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A ~$3M networking renewal stays flat; observability/SOC budget goes elsewhere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X-Arch reframe turns it into a ~$5–6M multi-year, multi-architecture relationship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Multiply the GAP across ~50 strategic accounts each year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'Do nothing' quietly cedes the largest, stickiest deals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The post-Splunk window is open — and closing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Portfolio completeness: one vendor from the edge to the SOC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Integration momentum: XDR+ES, ThousandEyes+AppD+Splunk, Cyber Vision+Splunk OT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Vendor consolidation: a C-suite, cross-architecture conversation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AI-infrastructure pull: builds drag networking, security, and data forward together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DIFFERENTIATOR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One vendor, edge to SOC — but only if someone tells it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The loop: sense → connect → secure → understand → act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Every arrow between architectures is a cross-sell opportunity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Today most sellers own one box; the Field CTO owns the arrows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The bi-directional Splunk ↔ Cisco attach is the top under-executed 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A thin, senior Field CTO seller group that leads across architectures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Owns the CxO conversation in the customer's language (risk, resilience, cost)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Architects across BUs, then pulls specialists in to detail and close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Leads with vertical credibility (NIS2, DORA, HIPAA, NERC-CIP)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Orchestrates — doesn't hoard. NOT another product-overlay SE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EXTENDING THE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Black Ops: an elite tiger team for the accounts nobody else can crack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The Field CTO group runs the marathon; Black Ops runs the sprint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Parachutes into stalled whales / SI-locked / narrow-window accounts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Mission-scoped, time-boxed (60–120 days); breaks the account open, then HANDS BACK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Ethical and above-board; all OT-safety and read-only guardrails still apply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IN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One frame, one architecture, one strategic relationship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Siloed: 3 sellers call on 3 managers about 3 disconnected deals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X-Arch: one CxO session framed as 'keep cargo moving under attack'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One reference architecture: passive OT + segmentation + SD-WAN + modern SOC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Result: a larger, multi-year program the customer co-authored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FOCUS · ARCHITECTURES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We lead with the three highest-attach architectures, plus one adjacency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Secure Networking — Catalyst/Meraki/SD-WAN + Firewall/ISE/XDR/Duo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Full-Stack Observability &amp; Data — Splunk, ThousandEyes, AppDynamics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Resilience &amp; Security Operations — Splunk ES + XDR + SOAR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(+1) AI-Ready Infrastructure — UCS/Nexus/AI PODs as pull-through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FOCUS · VERTICALS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Four verticals chosen for cross-attach and regulatory pull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Transportation &amp; Logistics — distributed sites, IoT, transport-OT (NIS2)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Financial Services — resilience (DORA), fraud, SecOps, observability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Healthcare — IoMT security, clinical-app observability, HIPAA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Public Sector / Critical Infrastructure — NERC-CIP/NIS2, SOC modernization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MOTION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A repeatable lifecycle and a library of plays — not heroics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Select &amp; trigger → Executive framing → X-Arch architecture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→ Value case → Orchestrate &amp; close → Land &amp; expand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Plays: Splunk-attach-to-network, SOC modernization, full-stack DX, passive OT, consolidation TCO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Each play = discovery script + reference architecture + value case + proof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WORKED EXAMPLE · AVIATION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Airport operator: Black Ops broke open a stalled 'smart airport' program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OT-heavy hub (baggage, jet bridges, airfield lighting) + NIS2 + Terminal 4 build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SI was about to lock the architecture — Black Ops criteria met, pod convened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Executive breakthrough reframed it as board-level operational resilience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One X-Arch architecture: passive OT + segmentation + SD-WAN + modern SOC + edge AI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Won OT engineering's trust via read-only, human-in-the-loop — then handed back to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RETURN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~$180M influenced pipeline, ~$60M incremental bookings, payback &lt; 12 months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Year-1 targets (illustrative): $180M influenced pipeline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~$60M incremental/accelerated bookings → ~$36M incremental gross margin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Break-even at just ~$9M bookings — roughly FIVE deals cover the whole cost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Splunk cross-attach and deal-size uplift are the leading indicators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Fund a 12-person, 4-quarter pilot (~$5.4M illustrative)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8 Field CTOs + 1 group lead + 2 X-Arch architects + 1 deal desk/ops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Fully-loaded ~$5.4M/yr including enablement, tooling, travel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Internal-first staffing; ~40–60 named accounts with paired controls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Q3 go/expand/stop gate tied to explicit success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IT PAYS 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Profitable from conservative to upside — the question is pace, not payback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Conservative ~$25M bookings → ~$9M net (continue, tune targeting)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Base (plan) ~$60M → ~$31M net (expand per 3-year path)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Upside ~$90M → ~$46M net (accelerate hiring)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Even $20M @ 50% margin returns +$4.6M net — profitable across the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BOUNDED RISK + PROOF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A Q3 gate and control-account measurement make this low-risk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Q3 go/expand/stop gate stops spend before it can turn negative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Proof by matched control accounts: attach, deal size, win rate deltas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Top risks (talent, comp friction, attribution) have concrete mitigations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Influence ledger prevents over-claiming and BU disputes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RECOMMENDATION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Approve the pilot; first executive framings within 90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Approve the 12-person, 4-quarter funded pilot with a Q3 gate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+30d: group lead named; charter, comp, metrics baselined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+60d: cohort staffed (internal-first); accounts + controls selected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+90d: first X-Arch opportunities framed; enablement ramp underway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Illustrative figures — replace with actuals before presenting.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4F8"/>
                </a:solidFill>
                <a:latin typeface="Calibri"/>
              </a:rPr>
              <a:t>Detail held in reserve for Q&amp;A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Role, competencies, and skills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Four competency pillars: business fluency, X-arch depth, exec presence, orchestration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Proficiency targets per domain; deep in ≥2 pillars, conversant in all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Deep in one vertical; team covers all four at expert level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Org placement and RACI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GTM-primary reporting with a strong dotted line to the CTO/engineering org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Keeps it revenue-accountable AND cross-BU neutral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RACI: Field CTO accountable for the frame; AE accountable for the account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A3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Per-vertical field engagement kits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Buyers, discovery questions, outcome hypotheses, objection handling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One kit per vertical: Transportation, FinServ, Healthcare, Public Sector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Turns the strategy into a field-ready playbook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OT safety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Read-only / passive acquisition for safety-related signals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Never write config to PLCs/HMIs/DCS/RTUs/SIS; human-in-the-loop response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A hard guardrail AND a competitive differentiator that earns OT trust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Assumptions register and 3-year P&amp;L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Every financial input (A1–A13) is visible and editable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3-year scale path with improving ROI multiple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Structure holds; only inputs change when actuals are plugged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Compensation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Influence credit is additive — BU sellers keep 100% of product credit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Weighting: 50% influenced bookings, 20% Splunk attach, 15% leading, 15% MBOs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Deal desk arbitrates via the influence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A7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Competitive framing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Point vendors, SIEM/observability specialists, SIs, hyperscalers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The SI dynamic is the biggest structural risk — co-author the architecture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Whoever frames the architecture wins the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A8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80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2F4F8"/>
                </a:solidFill>
                <a:latin typeface="Calibri"/>
              </a:rPr>
              <a:t>Full risk register and early-warning indicators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32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12 risks with likelihood, impact, mitigation, and owner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Leading signals with explicit action triggers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BCEB"/>
                </a:solidFill>
                <a:latin typeface="Calibri"/>
              </a:rPr>
              <a:t>•  </a:t>
            </a:r>
            <a:r>
              <a:rPr sz="1700" b="0">
                <a:solidFill>
                  <a:srgbClr val="F2F4F8"/>
                </a:solidFill>
                <a:latin typeface="Calibri"/>
              </a:rPr>
              <a:t>Bounded downside via the Q3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Appendix — reserve for Q&amp;A. Illustrative figures.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