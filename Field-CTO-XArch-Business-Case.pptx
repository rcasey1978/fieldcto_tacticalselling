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We now own the most complete portfolio in the market. This deck asks leadership to fund a small, senior team whose only job is to sell it as one integrated outcome. It's a bounded, high-leverage bet with a Q3 stop gate. Keep the room focused on the decision: fund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tension: portfolio completeness without a motion to sell it as one. Land the line: 'the customer experiences four Cisco conversations, not one.' Then make inaction concrete: the GAP between a flat renewal and an X-Arch reframe, repeated across ~50 strategic accounts a year, is recurring, not one-time. Source: 01 §1 (problem + cost-of-inaction box).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Urgency without hype. The integrations are real and fresh; consolidation and AI builds create cross-architecture entry points right now. First mover on the motion compounds. Source: 01 §2.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story competitors can't match end-to-end. Walk the loop once, slowly, and point at the arrows — that's where the incremental value lives. Source: 02 §2.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role crisply and pre-empt the 'another overlay team' objection: this is leverage that makes existing teams MORE productive. Thin, senior, orchestration-first. Source: 01 §3; 03 §1.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mode, not separate headcount. Two things to stress: the mission is focused but the point is durable, multi-year growth for Cisco (it always hands the account back — no hoarding), and 'Black Ops' is a special-forces posture metaphor — fully ethical, nothing hidden from the customer. Source: 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deliberately don't boil the ocean: three anchor pillars with the clearest boardroom narrative, plus AI-ready infra as adjacency. Four verticals chosen for high cross-attach, regulatory/resilience pull, and joint Cisco+Splunk strength — swappable without changing the operating design. Source: 02 §4–5; 04 master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this is systematized, not dependent on a few heroes. The play library codifies the knowledge so the motion scales and survives key-person risk. Source: 05 §1–2.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end-to-end proof. Walk the transformation: stalled + SI-locked → executive breakthrough → one co-authored architecture → multi-year program. Stress the OT safety boundary as the trust-winner with airport engineering. Source: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slide. Anchor on break-even (~$9M bookings, about five deals, covers the entire $5.4M cost); everything above is upside. All three scenarios clear break-even — the question is pace, not payback. Illustrative and parameterized. Source: 01 §6; 06 §2–3, §5.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ask plainly and immediately bound the downside: small, senior team; defined spend; a real stop gate at Q3. Ask for the decision. Source: 01 §5; 06 §1.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skeptic. We measure with control accounts, so influence is proven not asserted; and we can stop at Q3 if the deltas aren't there. Source: 07 §1–3; 05 §7.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call to action and a concrete near-term timeline so approval feels actionable, not open-ended. Restate: bounded downside, differentiated upside. Ask for the yes. Source: 01 §9; README one-screen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only if the room asks. Don't present them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for HR/org-design questions. Source: 03 §1–3.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'where does it sit / who owns what' questions. Source: 03 §5, §8.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'how do we actually sell this' questions. Source: 04 §1–4.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OT/operations stakeholders. Source: 04 OT safety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finance deep-dives. Source: 06 §0, §4.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comp/quota questions. Source: 05 §6.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competitive/positioning questions. Source: 02 §7.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risk/governance questions. Source: 07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BCEB"/>
                </a:solidFill>
                <a:latin typeface="Calibri"/>
              </a:rPr>
              <a:t>EXECUTIVE FUNDING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F4F8"/>
                </a:solidFill>
                <a:latin typeface="Calibri"/>
              </a:rPr>
              <a:t>Field CTO X-Arch Selling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AA3B2"/>
                </a:solidFill>
                <a:latin typeface="Calibri"/>
              </a:rPr>
              <a:t>Funding the motion that monetizes Cisco + Splunk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3B2"/>
                </a:solidFill>
                <a:latin typeface="Calibri"/>
              </a:rPr>
              <a:t>Illustrative business case — figures are parameterized placeholders.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We own the most complete portfolio — and still sell it in silos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Four Cisco conversations, not one integrated outcome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Speeds-and-feeds, not the outcomes buyers fund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Splunk ↔ Cisco cross-sell is under-attached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SIs and competitors own the 'architecture of the deal'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Cost of inaction: nine figures of influenceable pipeline left on the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The post-Splunk window is open — and closing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One vendor, edge to SOC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Live integrations: XDR+ES, ThousandEyes+AppD+Splunk, Cyber Vision+OT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Vendor consolidation invites a C-suite frame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AI build-outs pull networking, security, and data forward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THE DIFFERENTIATOR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One vendor, edge to SOC — but only if someone tells it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The loop: sense → connect → secure → understand → act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Every arrow between architectures is a cross-sell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Most sellers own one box; the Field CTO owns the arrows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Splunk ↔ Cisco attach is the top under-executed 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A thin, senior Field CTO seller group that leads across architectures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Owns the CxO conversation (risk, resilience, cost)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Architects across BUs; specialists detail and close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Leads with vertical credibility (NIS2, DORA, HIPAA, NERC-CIP)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Orchestrates — NOT another product-overlay SE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EXTENDING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Black Ops: an elite tiger team for the accounts nobody can crack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The group runs the marathon; Black Ops is the breakthrough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Parachutes into stalled / SI-locked / narrow-window whales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Focused ~60–120-day mission that IGNITES DURABLE GROWTH, then hands back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Fully ethical; OT-safety and read-only guardrails still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FOCUS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Three high-attach architectures, four high-pull verticals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Secure Networking · Observability &amp; Data · Resilience &amp; SecOps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(+1) AI-Ready Infrastructure as a pull-through adjacency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Transportation &amp; Logistics · Financial Services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Healthcare · Public Sector / Critical Infrastructure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Chosen for cross-attach + regulatory pull; the list is swappable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THE 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A repeatable lifecycle and a library of plays — not heroics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Select → Frame → Architect → Value → Close → Expand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Plays: Splunk-attach, SOC modernization, full-stack DX, passive OT, consolidation TCO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Each play = discovery script + reference architecture + value case +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WORKED EXAMPLE · AVIATION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Airport operator: Black Ops broke open a stalled 'smart airport'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OT-heavy hub + NIS2 + a Terminal 4 build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SI about to lock the architecture — pod convened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Reframed as board-level operational resilience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One X-Arch architecture: passive OT + segmentation + SD-WAN + SOC + edge AI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Won OT trust (read-only), then handed back to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THE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~$180M influenced pipeline, ~$60M bookings, payback &lt; 12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Year-1 (illustrative): ~$180M influenced pipeline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~$60M incremental bookings → ~$36M incremental gross margin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Break-even ~$9M bookings — roughly FIVE deals cover the whole cost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Profitable across scenarios: ~$25M / $60M / $90M → ~$9M / $31M / $46M 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Fund a 12-person, 4-quarter pilot (~$5.4M illustrative)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8 Field CTOs + 1 group lead + 2 X-Arch architects + 1 deal desk/ops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~$5.4M/yr fully loaded (enablement, tooling, travel)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Internal-first staffing; ~40–60 named accounts with paired controls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Q3 go/expand/stop gate tied to explicit success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BOUNDED RISK +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A Q3 gate and control-account measurement make this low-risk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Q3 go/expand/stop gate stops spend before it turns negative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Matched control accounts prove attach, deal-size, win-rate deltas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Top risks (talent, comp friction, attribution) have concrete mitigations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Influence ledger prevents over-claiming and BU disputes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Approve the pilot; first executive framings within 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Approve the 12-person, 4-quarter pilot with a Q3 gate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+30d: group lead named; charter, comp, metrics baselined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+60d: cohort staffed (internal-first); accounts + controls selected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+90d: first X-Arch opportunities framed; enablement underway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Illustrative figures — replace with actuals before presenting.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BCEB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4F8"/>
                </a:solidFill>
                <a:latin typeface="Calibri"/>
              </a:rPr>
              <a:t>Detail held in reserve for Q&amp;A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APPENDIX · A1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Role, competencies, and skills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Four pillars: business fluency, X-arch depth, exec presence, orchestration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Deep in ≥2 pillars; conversant in all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Deep in one vertical; team covers all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Appendix — reserve for Q&amp;A. Illustrative figures.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APPENDIX · A2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Org placement and RACI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GTM-primary; strong dotted line to CTO/engineering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Revenue-accountable AND cross-BU neutral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Field CTO owns the frame; AE owns the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Appendix — reserve for Q&amp;A. Illustrative figures.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APPENDIX · A3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Per-vertical field engagement kits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Buyers, discovery questions, outcome hypotheses, objections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One kit per vertical (x4)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Strategy → field-ready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Appendix — reserve for Q&amp;A. Illustrative figures.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APPENDIX · A4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OT safety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Read-only / passive acquisition for safety signals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Never write config to PLC/HMI/DCS/RTU/SIS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A hard guardrail AND a trust-winning differentiator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Appendix — reserve for Q&amp;A. Illustrative figures.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APPENDIX · A5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Assumptions register and 3-year P&amp;L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Every input (A1–A13) is visible and editable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3-year scale path with improving ROI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Structure holds; only inputs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Appendix — reserve for Q&amp;A. Illustrative figures.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APPENDIX · A6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Compensation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Influence credit is additive — BUs keep 100%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50% bookings / 20% Splunk attach / 15% leading / 15% MBOs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Deal desk arbitrates via the influence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Appendix — reserve for Q&amp;A. Illustrative figures.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APPENDIX · A7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Competitive framing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Point vendors, SIEM/observability, SIs, hyperscalers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The SI dynamic is the biggest structural risk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Whoever frames the architecture wins the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Appendix — reserve for Q&amp;A. Illustrative figures.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APPENDIX · A8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280160" cy="5080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F4F8"/>
                </a:solidFill>
                <a:latin typeface="Calibri"/>
              </a:rPr>
              <a:t>Full risk register and early-warning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C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12 risks: likelihood, impact, mitigation, owner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Leading signals with explicit action triggers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•  </a:t>
            </a:r>
            <a:r>
              <a:rPr sz="1800" b="0">
                <a:solidFill>
                  <a:srgbClr val="F2F4F8"/>
                </a:solidFill>
                <a:latin typeface="Calibri"/>
              </a:rPr>
              <a:t>Bounded downside via the Q3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Appendix — reserve for Q&amp;A. Illustrative figures.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